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3317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5225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196596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52252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160020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B2C63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0" y="1828800"/>
            <a:ext cx="1005840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2103120"/>
            <a:ext cx="2194560" cy="91440"/>
          </a:xfrm>
          <a:prstGeom prst="rect">
            <a:avLst/>
          </a:prstGeom>
          <a:solidFill>
            <a:srgbClr val="3C4E8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2286000"/>
            <a:ext cx="1828800" cy="91440"/>
          </a:xfrm>
          <a:prstGeom prst="rect">
            <a:avLst/>
          </a:prstGeom>
          <a:solidFill>
            <a:srgbClr val="3C4E86"/>
          </a:solidFill>
          <a:ln/>
        </p:spPr>
      </p:sp>
      <p:sp>
        <p:nvSpPr>
          <p:cNvPr id="8" name="Shape 6"/>
          <p:cNvSpPr/>
          <p:nvPr/>
        </p:nvSpPr>
        <p:spPr>
          <a:xfrm>
            <a:off x="9098280" y="260604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28" y="276148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160020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Living Vendor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Microsites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822960" y="36118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AI-grounded, partner-branded solution pages — that keep themselves current.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22960" y="4709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to the vendor</a:t>
            </a:r>
            <a:pPr indent="0" marL="0">
              <a:buNone/>
            </a:pPr>
            <a:r>
              <a:rPr lang="en-US" sz="1400" dirty="0">
                <a:solidFill>
                  <a:srgbClr val="5C6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to the partner</a:t>
            </a:r>
            <a:pPr indent="0" marL="0">
              <a:buNone/>
            </a:pPr>
            <a:r>
              <a:rPr lang="en-US" sz="1400" dirty="0">
                <a:solidFill>
                  <a:srgbClr val="5C6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 to date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for vendors and the partners who sell them.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channel content gap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sell through partners. But partners rarely represent a product the way its maker would.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61944" cy="320040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651760"/>
            <a:ext cx="868680" cy="868680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417" y="28776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703320"/>
            <a:ext cx="2630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&amp; off-brand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4251960"/>
            <a:ext cx="2630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paste a logo on a datasheet. The product's real story never lands.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13504" y="2240280"/>
            <a:ext cx="3361944" cy="320040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4984" y="2651760"/>
            <a:ext cx="868680" cy="86868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841" y="287761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9264" y="3703320"/>
            <a:ext cx="2630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a step behind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79264" y="4251960"/>
            <a:ext cx="2630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ships new features; partner pages still show last year's pitch.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86928" y="2240280"/>
            <a:ext cx="3361944" cy="320040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8408" y="2651760"/>
            <a:ext cx="868680" cy="868680"/>
          </a:xfrm>
          <a:prstGeom prst="ellipse">
            <a:avLst/>
          </a:prstGeom>
          <a:solidFill>
            <a:srgbClr val="9F1239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265" y="287761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52688" y="3703320"/>
            <a:ext cx="2630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message drifts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552688" y="4251960"/>
            <a:ext cx="2630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partners, dozens of inconsistent — often inaccurate — descriptions.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algn="ctr"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channel sales, a diluted brand, and more vendor hand-holding.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VENDOR MICROSITES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source of truth.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site for every partner.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turns a vendor's own content into branded, AI-grounded microsites — one per partner — that stay accurate and refresh automatically.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9496" y="3657600"/>
            <a:ext cx="3063240" cy="2103120"/>
          </a:xfrm>
          <a:prstGeom prst="roundRect">
            <a:avLst>
              <a:gd name="adj" fmla="val 3913"/>
            </a:avLst>
          </a:prstGeom>
          <a:solidFill>
            <a:srgbClr val="15225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9636" y="3950208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606" y="416417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48646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content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8096" y="5285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Site, docs, decks — the source of record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75888" y="4343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4562856" y="3657600"/>
            <a:ext cx="3063240" cy="2103120"/>
          </a:xfrm>
          <a:prstGeom prst="roundRect">
            <a:avLst>
              <a:gd name="adj" fmla="val 3913"/>
            </a:avLst>
          </a:prstGeom>
          <a:solidFill>
            <a:srgbClr val="15225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2996" y="3950208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966" y="4164178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45736" y="48646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engine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91456" y="5285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Decomposed into tagged, structured atoms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699248" y="4343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400" dirty="0"/>
          </a:p>
        </p:txBody>
      </p:sp>
      <p:sp>
        <p:nvSpPr>
          <p:cNvPr id="16" name="Shape 12"/>
          <p:cNvSpPr/>
          <p:nvPr/>
        </p:nvSpPr>
        <p:spPr>
          <a:xfrm>
            <a:off x="8586216" y="3657600"/>
            <a:ext cx="3063240" cy="2103120"/>
          </a:xfrm>
          <a:prstGeom prst="roundRect">
            <a:avLst>
              <a:gd name="adj" fmla="val 3913"/>
            </a:avLst>
          </a:prstGeom>
          <a:solidFill>
            <a:srgbClr val="15225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706356" y="3950208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326" y="4164178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69096" y="48646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microsite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814816" y="5285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page + AI advisor, per reseller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vendor's raw content to a partner-ready selling page — in four moves.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452878" cy="338328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51760"/>
            <a:ext cx="777240" cy="777240"/>
          </a:xfrm>
          <a:prstGeom prst="ellipse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32688" y="3611880"/>
            <a:ext cx="1904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Decompose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411480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vendor's content is broken into tagged atoms — every claim, capability, and proof point.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58718" y="2286000"/>
            <a:ext cx="2452878" cy="338328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8758" y="2651760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78758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751326" y="3611880"/>
            <a:ext cx="1904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51326" y="411480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partner is a profile: brand colors, logo, and the vendors they carry.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7356" y="2286000"/>
            <a:ext cx="2452878" cy="338328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97396" y="2651760"/>
            <a:ext cx="777240" cy="777240"/>
          </a:xfrm>
          <a:prstGeom prst="ellipse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97396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69964" y="3611880"/>
            <a:ext cx="1904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69964" y="411480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are written from the atoms (accurate), voiced in the partner's tone — not generic AI.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95994" y="2286000"/>
            <a:ext cx="2452878" cy="338328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16034" y="2651760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16034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388602" y="3611880"/>
            <a:ext cx="1904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 &amp; refresh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88602" y="411480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advisor answers buyers from the same source; content refreshes as the vendor updates.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VENDOR MICROSITES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every microsite includes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conversion-ready selling page — generated, not hand-built.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92424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505456"/>
            <a:ext cx="658368" cy="65836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64" y="2676632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505456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hero + real video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50976" y="3273552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vendor's best demo, front and center.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98264" y="2194560"/>
            <a:ext cx="3392424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2505456"/>
            <a:ext cx="658368" cy="65836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48" y="2676632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95544" y="2505456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messaging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09160" y="3273552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and capabilities pulled from the source, never invented.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56448" y="2194560"/>
            <a:ext cx="3392424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2505456"/>
            <a:ext cx="658368" cy="65836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232" y="2676632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53728" y="2505456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&amp; industry views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67344" y="3273552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reframes itself for CISO, CFO, ops — by sector.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389120"/>
            <a:ext cx="3392424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" y="4700016"/>
            <a:ext cx="658368" cy="658368"/>
          </a:xfrm>
          <a:prstGeom prst="ellipse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864" y="4871192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700016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solution advisor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50976" y="5468112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buyer questions 24/7 from the vendor's knowledge.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98264" y="4389120"/>
            <a:ext cx="3392424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0872" y="4700016"/>
            <a:ext cx="658368" cy="658368"/>
          </a:xfrm>
          <a:prstGeom prst="ellipse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048" y="4871192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95544" y="4700016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&amp; resources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709160" y="5468112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Testimonials, badges, and the latest releases — auto-listed.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56448" y="4389120"/>
            <a:ext cx="3392424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9056" y="4700016"/>
            <a:ext cx="658368" cy="658368"/>
          </a:xfrm>
          <a:prstGeom prst="ellipse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232" y="4871192"/>
            <a:ext cx="316017" cy="3160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53728" y="4700016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value-add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67344" y="5468112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reseller's own services, brand, and contact, woven in.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VENDOR MICROSITES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</a:t>
            </a:r>
            <a:pPr indent="0" marL="0">
              <a:buNone/>
            </a:pPr>
            <a:r>
              <a:rPr lang="en-US" sz="31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partner into an on-message extension of your marketing team.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25796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65176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28657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468880"/>
            <a:ext cx="3579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enablement at scale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57400" y="2953512"/>
            <a:ext cx="3534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partner gets a professional, accurate product site in minutes — not weeks of agency work.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3076" y="2148840"/>
            <a:ext cx="5225796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0548" y="265176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518" y="28657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40396" y="2468880"/>
            <a:ext cx="3579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Brand-accurate everywhere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740396" y="2953512"/>
            <a:ext cx="3534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is generated from your content. No more partners improvising your value prop.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389120"/>
            <a:ext cx="5225796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87552" y="489204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522" y="51060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709160"/>
            <a:ext cx="3579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current from the source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57400" y="5193792"/>
            <a:ext cx="3534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feature or a new release; partner sites update themselves on the next refresh.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23076" y="4389120"/>
            <a:ext cx="5225796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0548" y="489204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518" y="510601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40396" y="4709160"/>
            <a:ext cx="3579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Visibility &amp; control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40396" y="5193792"/>
            <a:ext cx="3534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feeds them all — you shape the narrative across the entire channel.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VENDOR MICROSITES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</a:t>
            </a:r>
            <a:pPr indent="0" marL="0">
              <a:buNone/>
            </a:pPr>
            <a:r>
              <a:rPr lang="en-US" sz="3100" b="1" dirty="0">
                <a:solidFill>
                  <a:srgbClr val="0F9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Partners &amp; Resellers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more of every line card — without becoming an expert on each product.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25796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651760"/>
            <a:ext cx="822960" cy="822960"/>
          </a:xfrm>
          <a:prstGeom prst="ellipse">
            <a:avLst/>
          </a:prstGeom>
          <a:solidFill>
            <a:srgbClr val="0F9D6B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28657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468880"/>
            <a:ext cx="3579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authority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57400" y="2953512"/>
            <a:ext cx="3534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polished, vendor-accurate site for each product you carry — branded as yours.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3076" y="2148840"/>
            <a:ext cx="5225796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0548" y="2651760"/>
            <a:ext cx="822960" cy="822960"/>
          </a:xfrm>
          <a:prstGeom prst="ellipse">
            <a:avLst/>
          </a:prstGeom>
          <a:solidFill>
            <a:srgbClr val="0F9D6B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518" y="28657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40396" y="2468880"/>
            <a:ext cx="3579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brand, your deal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740396" y="2953512"/>
            <a:ext cx="3534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logo, colors, services, and CTAs. You own the buyer relationship end to end.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389120"/>
            <a:ext cx="5225796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87552" y="4892040"/>
            <a:ext cx="822960" cy="822960"/>
          </a:xfrm>
          <a:prstGeom prst="ellipse">
            <a:avLst/>
          </a:prstGeom>
          <a:solidFill>
            <a:srgbClr val="0F9D6B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522" y="51060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709160"/>
            <a:ext cx="3579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AI rep that never sleeps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57400" y="5193792"/>
            <a:ext cx="3534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 qualifies and answers prospects around the clock, from real product knowledge.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23076" y="4389120"/>
            <a:ext cx="5225796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0548" y="4892040"/>
            <a:ext cx="822960" cy="822960"/>
          </a:xfrm>
          <a:prstGeom prst="ellipse">
            <a:avLst/>
          </a:prstGeom>
          <a:solidFill>
            <a:srgbClr val="0F9D6B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518" y="510601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40396" y="4709160"/>
            <a:ext cx="3579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maintenance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40396" y="5193792"/>
            <a:ext cx="3534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content refreshes centrally — you never touch the page to keep it accurate.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VENDOR MICROSITES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page maintains itself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Centrally-controlled vendor content refreshes on a schedule. Partner content stays the partner's.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514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301752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Hero: “Turn your people into your strongest defense”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new episodes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 phishing, behavior, risk scoring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current episodes &amp; guides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74436" y="34747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28232" y="224028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FEFCE8"/>
          </a:solidFill>
          <a:ln w="19050">
            <a:solidFill>
              <a:srgbClr val="DC2626"/>
            </a:solidFill>
            <a:prstDash val="dash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93992" y="2514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 — AUTO-UPDATED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93992" y="301752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A3A"/>
                </a:solidFill>
                <a:highlight>
                  <a:srgbClr val="FBBF2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Hero: “Outsmart the deepfake era”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</a:t>
            </a:r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E1A3A"/>
                </a:solidFill>
                <a:highlight>
                  <a:srgbClr val="FBBF2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new episodes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 </a:t>
            </a:r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E1A3A"/>
                </a:solidFill>
                <a:highlight>
                  <a:srgbClr val="FBBF2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+ AI-threat &amp; deepfake coverage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E1A3A"/>
                </a:solidFill>
                <a:highlight>
                  <a:srgbClr val="FBBF2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new “Deepfake Wire Fraud”, “Quishing”…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centrally updated by the platform.   </a:t>
            </a:r>
            <a:pPr algn="ctr" indent="0" marL="0">
              <a:buNone/>
            </a:pPr>
            <a:r>
              <a:rPr lang="en-US" sz="13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partner's branding, services, and contact never change.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VENDOR MICROSITES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wild: NINJIO × Rain Networks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security-awareness vendor, sold by a reseller — a live page built on the platform.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486400" cy="3611880"/>
          </a:xfrm>
          <a:prstGeom prst="roundRect">
            <a:avLst>
              <a:gd name="adj" fmla="val 1519"/>
            </a:avLst>
          </a:prstGeom>
          <a:solidFill>
            <a:srgbClr val="0B143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5486400" cy="384048"/>
          </a:xfrm>
          <a:prstGeom prst="rect">
            <a:avLst/>
          </a:prstGeom>
          <a:solidFill>
            <a:srgbClr val="1B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322576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2322576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2322576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NINJIO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employees into your strongest security asset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 Rain Networks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4617720"/>
            <a:ext cx="1828800" cy="1005840"/>
          </a:xfrm>
          <a:prstGeom prst="roundRect">
            <a:avLst>
              <a:gd name="adj" fmla="val 4545"/>
            </a:avLst>
          </a:prstGeom>
          <a:solidFill>
            <a:srgbClr val="0E749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49377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176" y="5047488"/>
            <a:ext cx="182880" cy="1828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05840" y="489204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4892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an expert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75120" y="2240280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35915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33488" y="2185416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3,400+ NINJIO content atoms — every line traces to the source.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675120" y="2916936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3580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333488" y="2862072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Networks' logo, blue palette, and Poppins font throughout.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675120" y="3593592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371246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33488" y="35387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NINJIO episodes embedded — including the Jon Lovitz feature.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675120" y="4270248"/>
            <a:ext cx="457200" cy="457200"/>
          </a:xfrm>
          <a:prstGeom prst="ellipse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438912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33488" y="4215384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advisor answers prospect questions live, on the page.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675120" y="4946904"/>
            <a:ext cx="457200" cy="457200"/>
          </a:xfrm>
          <a:prstGeom prst="ellipse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5065776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33488" y="4892040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 and stood up in hours — not a multi-week web project.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VENDOR MICROSITES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isn't just another website builder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a template tool and a generic AI writer can't give you.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23829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194560"/>
            <a:ext cx="10131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not guessed   </a:t>
            </a:r>
            <a:pPr indent="0" marL="0">
              <a:buNone/>
            </a:pPr>
            <a:r>
              <a:rPr lang="en-US" sz="14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traces back to the vendor's real content — no hallucinated claims or features.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990088"/>
            <a:ext cx="548640" cy="548640"/>
          </a:xfrm>
          <a:prstGeom prst="ellipse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3132734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944368"/>
            <a:ext cx="10131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Voice-matched   </a:t>
            </a:r>
            <a:pPr indent="0" marL="0">
              <a:buNone/>
            </a:pPr>
            <a:r>
              <a:rPr lang="en-US" sz="14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reads in the partner's tone, not a one-size-fits-all template.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739896"/>
            <a:ext cx="548640" cy="5486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882542"/>
            <a:ext cx="263347" cy="263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694176"/>
            <a:ext cx="10131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multi-tenant   </a:t>
            </a:r>
            <a:pPr indent="0" marL="0">
              <a:buNone/>
            </a:pPr>
            <a:r>
              <a:rPr lang="en-US" sz="14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unlimited partner-and-vendor combinations from shared sources.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4489704"/>
            <a:ext cx="548640" cy="548640"/>
          </a:xfrm>
          <a:prstGeom prst="ellipse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4632350"/>
            <a:ext cx="263347" cy="2633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443984"/>
            <a:ext cx="10131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design languages   </a:t>
            </a:r>
            <a:pPr indent="0" marL="0">
              <a:buNone/>
            </a:pPr>
            <a:r>
              <a:rPr lang="en-US" sz="14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don't look cookie-cutter — pick an archetype that fits the brand.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0080" y="5239512"/>
            <a:ext cx="548640" cy="5486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5382158"/>
            <a:ext cx="263347" cy="26334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5193792"/>
            <a:ext cx="10131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to deploy   </a:t>
            </a:r>
            <a:pPr indent="0" marL="0">
              <a:buNone/>
            </a:pPr>
            <a:r>
              <a:rPr lang="en-US" sz="14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widget, branded subdomain, or full reverse-proxy into an existing site.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VENDOR MICROSITES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12205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97680"/>
            <a:ext cx="3291840" cy="3291840"/>
          </a:xfrm>
          <a:prstGeom prst="ellipse">
            <a:avLst/>
          </a:prstGeom>
          <a:solidFill>
            <a:srgbClr val="12205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your first site.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vendor. We'll have a branded, AI-grounded microsite live for your review — fast.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343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a pilot  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   •   [ email ]   •   [ website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Living Vendor Microsites</dc:title>
  <dc:subject>PptxGenJS Presentation</dc:subject>
  <dc:creator>Sales</dc:creator>
  <cp:lastModifiedBy>Sales</cp:lastModifiedBy>
  <cp:revision>1</cp:revision>
  <dcterms:created xsi:type="dcterms:W3CDTF">2026-06-03T02:20:23Z</dcterms:created>
  <dcterms:modified xsi:type="dcterms:W3CDTF">2026-06-03T02:20:23Z</dcterms:modified>
</cp:coreProperties>
</file>